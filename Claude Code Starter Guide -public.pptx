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D7323-760F-42A2-86BA-33F241F1EE88}" v="4" dt="2026-02-11T22:31:20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chenck" userId="f3b319de-8cfc-4adc-b3fa-084ffb9e8664" providerId="ADAL" clId="{A09A3ADD-F959-4E11-BA30-08A68E98016C}"/>
    <pc:docChg chg="undo custSel addSld delSld modSld sldOrd">
      <pc:chgData name="Michael Schenck" userId="f3b319de-8cfc-4adc-b3fa-084ffb9e8664" providerId="ADAL" clId="{A09A3ADD-F959-4E11-BA30-08A68E98016C}" dt="2026-02-11T22:38:44.226" v="2534" actId="1076"/>
      <pc:docMkLst>
        <pc:docMk/>
      </pc:docMkLst>
      <pc:sldChg chg="del">
        <pc:chgData name="Michael Schenck" userId="f3b319de-8cfc-4adc-b3fa-084ffb9e8664" providerId="ADAL" clId="{A09A3ADD-F959-4E11-BA30-08A68E98016C}" dt="2026-02-11T20:04:35.089" v="0" actId="2696"/>
        <pc:sldMkLst>
          <pc:docMk/>
          <pc:sldMk cId="286687965" sldId="265"/>
        </pc:sldMkLst>
      </pc:sldChg>
      <pc:sldChg chg="modSp new mod">
        <pc:chgData name="Michael Schenck" userId="f3b319de-8cfc-4adc-b3fa-084ffb9e8664" providerId="ADAL" clId="{A09A3ADD-F959-4E11-BA30-08A68E98016C}" dt="2026-02-11T20:16:48.691" v="1580" actId="20577"/>
        <pc:sldMkLst>
          <pc:docMk/>
          <pc:sldMk cId="4205791922" sldId="265"/>
        </pc:sldMkLst>
        <pc:spChg chg="mod">
          <ac:chgData name="Michael Schenck" userId="f3b319de-8cfc-4adc-b3fa-084ffb9e8664" providerId="ADAL" clId="{A09A3ADD-F959-4E11-BA30-08A68E98016C}" dt="2026-02-11T20:16:48.691" v="1580" actId="20577"/>
          <ac:spMkLst>
            <pc:docMk/>
            <pc:sldMk cId="4205791922" sldId="265"/>
            <ac:spMk id="2" creationId="{189B4F8D-E770-C279-A71D-4EF1A2B589C4}"/>
          </ac:spMkLst>
        </pc:spChg>
        <pc:spChg chg="mod">
          <ac:chgData name="Michael Schenck" userId="f3b319de-8cfc-4adc-b3fa-084ffb9e8664" providerId="ADAL" clId="{A09A3ADD-F959-4E11-BA30-08A68E98016C}" dt="2026-02-11T20:12:37.631" v="1361" actId="20577"/>
          <ac:spMkLst>
            <pc:docMk/>
            <pc:sldMk cId="4205791922" sldId="265"/>
            <ac:spMk id="3" creationId="{CE591C98-E2F0-4AD2-160B-2FDCF1B5B93C}"/>
          </ac:spMkLst>
        </pc:spChg>
      </pc:sldChg>
      <pc:sldChg chg="modSp new mod">
        <pc:chgData name="Michael Schenck" userId="f3b319de-8cfc-4adc-b3fa-084ffb9e8664" providerId="ADAL" clId="{A09A3ADD-F959-4E11-BA30-08A68E98016C}" dt="2026-02-11T20:16:39.807" v="1578" actId="20577"/>
        <pc:sldMkLst>
          <pc:docMk/>
          <pc:sldMk cId="431929072" sldId="266"/>
        </pc:sldMkLst>
        <pc:spChg chg="mod">
          <ac:chgData name="Michael Schenck" userId="f3b319de-8cfc-4adc-b3fa-084ffb9e8664" providerId="ADAL" clId="{A09A3ADD-F959-4E11-BA30-08A68E98016C}" dt="2026-02-11T20:12:56.909" v="1377" actId="20577"/>
          <ac:spMkLst>
            <pc:docMk/>
            <pc:sldMk cId="431929072" sldId="266"/>
            <ac:spMk id="2" creationId="{27FCC107-36E7-65B1-9F83-85C81FAF8F45}"/>
          </ac:spMkLst>
        </pc:spChg>
        <pc:spChg chg="mod">
          <ac:chgData name="Michael Schenck" userId="f3b319de-8cfc-4adc-b3fa-084ffb9e8664" providerId="ADAL" clId="{A09A3ADD-F959-4E11-BA30-08A68E98016C}" dt="2026-02-11T20:16:39.807" v="1578" actId="20577"/>
          <ac:spMkLst>
            <pc:docMk/>
            <pc:sldMk cId="431929072" sldId="266"/>
            <ac:spMk id="3" creationId="{5933DE81-BFA0-409E-1265-C3E035514A10}"/>
          </ac:spMkLst>
        </pc:spChg>
      </pc:sldChg>
      <pc:sldChg chg="del">
        <pc:chgData name="Michael Schenck" userId="f3b319de-8cfc-4adc-b3fa-084ffb9e8664" providerId="ADAL" clId="{A09A3ADD-F959-4E11-BA30-08A68E98016C}" dt="2026-02-11T20:04:35.089" v="0" actId="2696"/>
        <pc:sldMkLst>
          <pc:docMk/>
          <pc:sldMk cId="1676424640" sldId="266"/>
        </pc:sldMkLst>
      </pc:sldChg>
      <pc:sldChg chg="addSp modSp add mod ord">
        <pc:chgData name="Michael Schenck" userId="f3b319de-8cfc-4adc-b3fa-084ffb9e8664" providerId="ADAL" clId="{A09A3ADD-F959-4E11-BA30-08A68E98016C}" dt="2026-02-11T22:38:44.226" v="2534" actId="1076"/>
        <pc:sldMkLst>
          <pc:docMk/>
          <pc:sldMk cId="2213043163" sldId="267"/>
        </pc:sldMkLst>
        <pc:spChg chg="mod">
          <ac:chgData name="Michael Schenck" userId="f3b319de-8cfc-4adc-b3fa-084ffb9e8664" providerId="ADAL" clId="{A09A3ADD-F959-4E11-BA30-08A68E98016C}" dt="2026-02-11T22:21:54.379" v="1605" actId="20577"/>
          <ac:spMkLst>
            <pc:docMk/>
            <pc:sldMk cId="2213043163" sldId="267"/>
            <ac:spMk id="2" creationId="{F5EFA5EE-AAFE-2FF7-84F3-37A688092C22}"/>
          </ac:spMkLst>
        </pc:spChg>
        <pc:spChg chg="mod">
          <ac:chgData name="Michael Schenck" userId="f3b319de-8cfc-4adc-b3fa-084ffb9e8664" providerId="ADAL" clId="{A09A3ADD-F959-4E11-BA30-08A68E98016C}" dt="2026-02-11T22:38:25.438" v="2531" actId="20577"/>
          <ac:spMkLst>
            <pc:docMk/>
            <pc:sldMk cId="2213043163" sldId="267"/>
            <ac:spMk id="3" creationId="{D6A193F2-E216-F2E7-40CC-8F52C11D5FF6}"/>
          </ac:spMkLst>
        </pc:spChg>
        <pc:spChg chg="add mod">
          <ac:chgData name="Michael Schenck" userId="f3b319de-8cfc-4adc-b3fa-084ffb9e8664" providerId="ADAL" clId="{A09A3ADD-F959-4E11-BA30-08A68E98016C}" dt="2026-02-11T22:34:48.804" v="2364" actId="1076"/>
          <ac:spMkLst>
            <pc:docMk/>
            <pc:sldMk cId="2213043163" sldId="267"/>
            <ac:spMk id="6" creationId="{C60AECF9-03C9-4C6D-796C-46042C5683F0}"/>
          </ac:spMkLst>
        </pc:spChg>
        <pc:spChg chg="add mod">
          <ac:chgData name="Michael Schenck" userId="f3b319de-8cfc-4adc-b3fa-084ffb9e8664" providerId="ADAL" clId="{A09A3ADD-F959-4E11-BA30-08A68E98016C}" dt="2026-02-11T22:38:04.943" v="2508" actId="1076"/>
          <ac:spMkLst>
            <pc:docMk/>
            <pc:sldMk cId="2213043163" sldId="267"/>
            <ac:spMk id="9" creationId="{BF238685-BE94-4DA5-FFC3-39632C2EA942}"/>
          </ac:spMkLst>
        </pc:spChg>
        <pc:spChg chg="add mod">
          <ac:chgData name="Michael Schenck" userId="f3b319de-8cfc-4adc-b3fa-084ffb9e8664" providerId="ADAL" clId="{A09A3ADD-F959-4E11-BA30-08A68E98016C}" dt="2026-02-11T22:35:29.525" v="2368" actId="1076"/>
          <ac:spMkLst>
            <pc:docMk/>
            <pc:sldMk cId="2213043163" sldId="267"/>
            <ac:spMk id="10" creationId="{1E9A279F-20F8-AA3C-B8A8-217435DD9B6B}"/>
          </ac:spMkLst>
        </pc:spChg>
        <pc:picChg chg="add mod">
          <ac:chgData name="Michael Schenck" userId="f3b319de-8cfc-4adc-b3fa-084ffb9e8664" providerId="ADAL" clId="{A09A3ADD-F959-4E11-BA30-08A68E98016C}" dt="2026-02-11T22:38:36.184" v="2532" actId="1076"/>
          <ac:picMkLst>
            <pc:docMk/>
            <pc:sldMk cId="2213043163" sldId="267"/>
            <ac:picMk id="5" creationId="{51E2C8B5-BB26-7B8C-29DA-935D8AA00481}"/>
          </ac:picMkLst>
        </pc:picChg>
        <pc:picChg chg="add mod">
          <ac:chgData name="Michael Schenck" userId="f3b319de-8cfc-4adc-b3fa-084ffb9e8664" providerId="ADAL" clId="{A09A3ADD-F959-4E11-BA30-08A68E98016C}" dt="2026-02-11T22:38:44.226" v="2534" actId="1076"/>
          <ac:picMkLst>
            <pc:docMk/>
            <pc:sldMk cId="2213043163" sldId="267"/>
            <ac:picMk id="8" creationId="{F3173FAA-9857-C90F-13F2-5E7B17842FBC}"/>
          </ac:picMkLst>
        </pc:picChg>
      </pc:sldChg>
      <pc:sldChg chg="del">
        <pc:chgData name="Michael Schenck" userId="f3b319de-8cfc-4adc-b3fa-084ffb9e8664" providerId="ADAL" clId="{A09A3ADD-F959-4E11-BA30-08A68E98016C}" dt="2026-02-11T20:04:35.089" v="0" actId="2696"/>
        <pc:sldMkLst>
          <pc:docMk/>
          <pc:sldMk cId="2699164154" sldId="267"/>
        </pc:sldMkLst>
      </pc:sldChg>
      <pc:sldChg chg="del">
        <pc:chgData name="Michael Schenck" userId="f3b319de-8cfc-4adc-b3fa-084ffb9e8664" providerId="ADAL" clId="{A09A3ADD-F959-4E11-BA30-08A68E98016C}" dt="2026-02-11T20:04:35.089" v="0" actId="2696"/>
        <pc:sldMkLst>
          <pc:docMk/>
          <pc:sldMk cId="4255572399" sldId="268"/>
        </pc:sldMkLst>
      </pc:sldChg>
      <pc:sldChg chg="del">
        <pc:chgData name="Michael Schenck" userId="f3b319de-8cfc-4adc-b3fa-084ffb9e8664" providerId="ADAL" clId="{A09A3ADD-F959-4E11-BA30-08A68E98016C}" dt="2026-02-11T20:04:35.089" v="0" actId="2696"/>
        <pc:sldMkLst>
          <pc:docMk/>
          <pc:sldMk cId="367075537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FCB6-9BE7-8D99-B1A7-2237CF825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06B52-CD7A-4B6A-41BF-4B50BBD42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42D43-F2C2-A1D9-01F2-406AEE7E2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45320-497C-AF32-FC06-8DC10EC3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DAA8-680E-AC52-72CC-9A7781F3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2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7E5D-E2A2-1CE9-0AF5-D2581613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4E6E-46F8-6ED9-DF0C-4E9F624E6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A24B4-953D-A8AE-022F-F7CAD467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B2614-31DE-1646-CAE3-F5AB162A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A19B-62E5-00D2-AE1F-394BB3C0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4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CEFD-B023-8D0A-EC88-90CC65AB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0A08C-9012-519F-A3C0-9D0B1EE7B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4C6A5-BFAB-1E75-66F2-3D02BBF77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97A6F-C82B-CC62-D98B-B4FE0E76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A56B-34F3-BC11-92DB-FEE601A9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0277-EC6E-C45B-485D-CF22604D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D6E15-5569-F3CB-3CFE-12FD86132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8DD2F-72BF-864C-845D-08B10E237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20FCE-DB4F-9E42-6446-6DA79065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EE83E-AE24-FD34-BD9B-F67252B8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2131B-C86C-ABE6-C582-7DF01745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1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7764-D67A-31FB-AF63-A53F0FCB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91640-ADF1-6C20-56DB-28FB65303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6A5B7-8570-A046-7E26-612AB16FC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B3351-3663-5B3F-2B4B-5D319CA2E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2CB0F-C70C-ED56-C8EB-9F0B529EB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E63AC-FF91-36D4-D2E3-07162D80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DA2EA-1CF1-87C7-4D3B-6661CAC4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548E4-A8D6-4D60-FDFF-5C681E76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7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AAAE4-3F39-F71D-B7F2-17633268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2712C0-D6CC-70B2-0448-677A93E9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B1381-40C9-58F8-94AB-AF33AF72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B41AF-EE00-0849-481A-273D5B5E0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0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587BA1-E8DF-EA80-52E9-E71C93A6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80B55-C145-5713-884D-B0FA8E47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0740A-0A2B-8EA6-4042-14D1B9EA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59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04C0-4E24-04F6-9DBB-146E5E2E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8D7BF-FBD0-7AD9-2B40-913F6FFF9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77BDB-FFA1-B59F-8C10-C19702AAB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E5387-259A-D267-4636-58D842B9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B21B5-EE02-6475-AFE0-FA8000651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56BD9-B822-261E-11E5-393A1C24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89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46F8C-397E-75A1-EE6F-80FC55EA7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91D36-1176-41FB-BE37-76B2ACCF4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3295F-B700-D16A-8431-7FEB98640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13F28-A498-AE62-FA43-9DE0AC4C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F377A-156A-D99F-EF20-58202D33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D8B1F-48E0-A170-9D6D-1EED21B8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C1EA-6C2E-A18F-829D-8FF13F49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1A5B9-0B9D-DB12-1DAB-F9242D212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12847-9C79-412A-307F-BAD7214F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79E60-57EA-6AF6-16A7-A3703D0B3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53259-D933-28F2-50DE-49E6C22B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84944-46E8-466A-2D41-43A719B3A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AF0CC-9EA8-7AD3-9D81-E806FEA36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584EE-10A6-7479-7D53-A388E016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2BD3D-FAAB-F313-5DCC-DF7387BD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EEEC8-A953-2AA1-0FD2-774BDEE3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9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54B8C-5B05-4B86-E10F-E8FAAE543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4DF36-577F-11B3-A451-840D83D26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ECE9-FC0F-750A-4971-76795D616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E7618-F447-4F67-852C-E85618624FA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9F27F-46AE-CEC4-872F-3D57965C3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9818-93F6-6664-D04B-F6FFBA8D8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91007-ACC6-4443-B281-379D97667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7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3261-2EF4-D6D6-6344-7201514558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Code Starter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54664-F9A1-7357-5D0C-B3E042B72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Initial Setup, Adding Context, Reference Materials, and Skills</a:t>
            </a:r>
          </a:p>
          <a:p>
            <a:r>
              <a:rPr lang="en-US" dirty="0"/>
              <a:t>By: Michael Schenck – Sr. Product Manager, Digital</a:t>
            </a:r>
            <a:br>
              <a:rPr lang="en-US" dirty="0"/>
            </a:br>
            <a:r>
              <a:rPr lang="en-US" dirty="0"/>
              <a:t>Jaipur Living (2026)</a:t>
            </a:r>
          </a:p>
        </p:txBody>
      </p:sp>
    </p:spTree>
    <p:extLst>
      <p:ext uri="{BB962C8B-B14F-4D97-AF65-F5344CB8AC3E}">
        <p14:creationId xmlns:p14="http://schemas.microsoft.com/office/powerpoint/2010/main" val="318486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EF40-6502-2BF5-9272-E7E82E1A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EFA8A-898A-7CCE-9979-CCEEF7903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Install Claude Code on your local machine  </a:t>
            </a:r>
          </a:p>
          <a:p>
            <a:pPr lvl="1"/>
            <a:r>
              <a:rPr lang="en-US" dirty="0"/>
              <a:t>(follow directions on anthropic site – only need to run a few lines in your terminal). </a:t>
            </a:r>
          </a:p>
          <a:p>
            <a:endParaRPr lang="en-US" dirty="0"/>
          </a:p>
          <a:p>
            <a:r>
              <a:rPr lang="en-US" dirty="0"/>
              <a:t>Create a personalized Claude.md file for basic context and directions on where to find reference materials.  </a:t>
            </a:r>
          </a:p>
          <a:p>
            <a:pPr lvl="1"/>
            <a:r>
              <a:rPr lang="en-US" dirty="0"/>
              <a:t>(This is similar to a “Master Prompt” we used with LLMs previously). </a:t>
            </a:r>
          </a:p>
          <a:p>
            <a:endParaRPr lang="en-US" dirty="0"/>
          </a:p>
          <a:p>
            <a:r>
              <a:rPr lang="en-US" dirty="0"/>
              <a:t>Claude Code uses Markdown (.md) files as granular reference documents, and can build a directory structure. Obsidian is a markdown note taking tool that is perfect for this. </a:t>
            </a:r>
          </a:p>
        </p:txBody>
      </p:sp>
    </p:spTree>
    <p:extLst>
      <p:ext uri="{BB962C8B-B14F-4D97-AF65-F5344CB8AC3E}">
        <p14:creationId xmlns:p14="http://schemas.microsoft.com/office/powerpoint/2010/main" val="259272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CCA8E-E1AC-4F66-513C-D86ECECA1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Claude.md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7F2B45-515E-8B80-2190-8B3258D06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8350" y="1321277"/>
            <a:ext cx="8115299" cy="529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5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99322A-AD56-D2EF-53DA-C286E2ECA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88" y="1159427"/>
            <a:ext cx="8365024" cy="5337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42384B-099D-9888-9AE3-6D9CC9B144CE}"/>
              </a:ext>
            </a:extLst>
          </p:cNvPr>
          <p:cNvSpPr txBox="1"/>
          <p:nvPr/>
        </p:nvSpPr>
        <p:spPr>
          <a:xfrm>
            <a:off x="709965" y="389986"/>
            <a:ext cx="60988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Claude.md </a:t>
            </a:r>
            <a:r>
              <a:rPr lang="en-US" sz="2800" dirty="0"/>
              <a:t>(continued)</a:t>
            </a:r>
          </a:p>
        </p:txBody>
      </p:sp>
    </p:spTree>
    <p:extLst>
      <p:ext uri="{BB962C8B-B14F-4D97-AF65-F5344CB8AC3E}">
        <p14:creationId xmlns:p14="http://schemas.microsoft.com/office/powerpoint/2010/main" val="83157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56FC-757D-0635-B41E-43B5694D3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46F66-AA4B-6904-4CCE-D4329FAD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We can provide very </a:t>
            </a:r>
            <a:r>
              <a:rPr lang="en-US" b="1" dirty="0"/>
              <a:t>specific granular skills</a:t>
            </a:r>
            <a:r>
              <a:rPr lang="en-US" dirty="0"/>
              <a:t> and </a:t>
            </a:r>
            <a:r>
              <a:rPr lang="en-US" b="1" dirty="0"/>
              <a:t>reference materials</a:t>
            </a:r>
            <a:r>
              <a:rPr lang="en-US" dirty="0"/>
              <a:t> for Claude to refer to when needed.  </a:t>
            </a:r>
          </a:p>
          <a:p>
            <a:endParaRPr lang="en-US" dirty="0"/>
          </a:p>
          <a:p>
            <a:r>
              <a:rPr lang="en-US" dirty="0"/>
              <a:t>The key is to </a:t>
            </a:r>
            <a:r>
              <a:rPr lang="en-US" b="1" dirty="0"/>
              <a:t>minimize the context </a:t>
            </a:r>
            <a:r>
              <a:rPr lang="en-US" dirty="0"/>
              <a:t>to what precisely is needed for each section of a project so that the LLM’s memory is not clouded by external topics and can use it’s full power to execute exactly what we need. This also reduces possibility of hallucinations &amp; errors.</a:t>
            </a:r>
          </a:p>
          <a:p>
            <a:endParaRPr lang="en-US" dirty="0"/>
          </a:p>
          <a:p>
            <a:r>
              <a:rPr lang="en-US" dirty="0"/>
              <a:t>Skill files can be downloaded from Anthropic, Skills.sh, and a number of other sites are coming online.  This is a very new development (~5 weeks) but is rapidly expanding.</a:t>
            </a:r>
          </a:p>
          <a:p>
            <a:endParaRPr lang="en-US" dirty="0"/>
          </a:p>
          <a:p>
            <a:r>
              <a:rPr lang="en-US" b="1" dirty="0"/>
              <a:t>Add Skills as needed based on your individual workflow needs, tools, technology stack.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6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9095-C8D7-B0DE-460D-A15C74E5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A5EE-AAFE-2FF7-84F3-37A68809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– Claude.md &amp;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193F2-E216-F2E7-40CC-8F52C11D5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Your Claude.md file and Skills folder live in the main .</a:t>
            </a:r>
            <a:r>
              <a:rPr lang="en-US" sz="1800" dirty="0" err="1"/>
              <a:t>claude</a:t>
            </a:r>
            <a:r>
              <a:rPr lang="en-US" sz="1800" dirty="0"/>
              <a:t> install folder. </a:t>
            </a:r>
          </a:p>
          <a:p>
            <a:r>
              <a:rPr lang="en-US" sz="1800" dirty="0"/>
              <a:t>(This makes them available across all projects, and anywhere that you open Claude).  </a:t>
            </a:r>
          </a:p>
          <a:p>
            <a:r>
              <a:rPr lang="en-US" sz="1800" dirty="0"/>
              <a:t>Skills don’t need to be specified in prompts, these can be considered “Core Competencies” once added, but it can be helpful at times to call one </a:t>
            </a:r>
          </a:p>
          <a:p>
            <a:pPr marL="0" indent="0">
              <a:buNone/>
            </a:pPr>
            <a:r>
              <a:rPr lang="en-US" sz="1800" dirty="0"/>
              <a:t>      or more out specifically: </a:t>
            </a:r>
          </a:p>
          <a:p>
            <a:pPr marL="0" indent="0">
              <a:buNone/>
            </a:pPr>
            <a:r>
              <a:rPr lang="en-US" sz="1800" dirty="0"/>
              <a:t>              “</a:t>
            </a:r>
            <a:r>
              <a:rPr lang="en-US" sz="1800" i="1" dirty="0"/>
              <a:t>Use the UX Design Skill”.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2C8B5-BB26-7B8C-29DA-935D8AA0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3" y="3866398"/>
            <a:ext cx="4263200" cy="2651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0AECF9-03C9-4C6D-796C-46042C5683F0}"/>
              </a:ext>
            </a:extLst>
          </p:cNvPr>
          <p:cNvSpPr txBox="1"/>
          <p:nvPr/>
        </p:nvSpPr>
        <p:spPr>
          <a:xfrm>
            <a:off x="7999859" y="3841790"/>
            <a:ext cx="398144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Context &amp; Reference Files: </a:t>
            </a:r>
          </a:p>
          <a:p>
            <a:r>
              <a:rPr lang="en-US" dirty="0"/>
              <a:t>The LLM Context directory is linked from the main Claude.md file, but project specific reference files should be pointed to </a:t>
            </a:r>
            <a:r>
              <a:rPr lang="en-US" dirty="0" err="1"/>
              <a:t>ie</a:t>
            </a:r>
            <a:r>
              <a:rPr lang="en-US" dirty="0"/>
              <a:t>.: </a:t>
            </a:r>
            <a:br>
              <a:rPr lang="en-US" dirty="0"/>
            </a:br>
            <a:br>
              <a:rPr lang="en-US" dirty="0"/>
            </a:br>
            <a:r>
              <a:rPr lang="en-US" sz="1600" i="1" dirty="0"/>
              <a:t>“Please review the Project Requirements Document as well as the directory of reference files for the project and create a plan for implementation.”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73FAA-9857-C90F-13F2-5E7B17842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207" y="3065143"/>
            <a:ext cx="2314548" cy="3452339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BF238685-BE94-4DA5-FFC3-39632C2EA942}"/>
              </a:ext>
            </a:extLst>
          </p:cNvPr>
          <p:cNvSpPr/>
          <p:nvPr/>
        </p:nvSpPr>
        <p:spPr>
          <a:xfrm>
            <a:off x="771523" y="3352800"/>
            <a:ext cx="438150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E9A279F-20F8-AA3C-B8A8-217435DD9B6B}"/>
              </a:ext>
            </a:extLst>
          </p:cNvPr>
          <p:cNvSpPr/>
          <p:nvPr/>
        </p:nvSpPr>
        <p:spPr>
          <a:xfrm flipH="1">
            <a:off x="7918894" y="3352800"/>
            <a:ext cx="354709" cy="436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43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8882-30D3-304B-8C8C-F23D5630B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06660" cy="1118618"/>
          </a:xfrm>
        </p:spPr>
        <p:txBody>
          <a:bodyPr/>
          <a:lstStyle/>
          <a:p>
            <a:r>
              <a:rPr lang="en-US" dirty="0"/>
              <a:t>My Claude’s Skills: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F7BF3-1D65-7896-E6E6-BA43744E2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0691"/>
            <a:ext cx="5097150" cy="48558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ABBEC-5B18-D48F-BC7F-F33747E0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52" y="1320691"/>
            <a:ext cx="3899372" cy="485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53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5D02-F2A5-1ABB-DA73-D59B6C64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also Plugins: </a:t>
            </a:r>
            <a:r>
              <a:rPr lang="en-US" sz="2800" dirty="0"/>
              <a:t>(new Skills bundled by Anthropic**)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C6A36-5673-8D74-12A6-C26BCA407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1643"/>
            <a:ext cx="3645087" cy="4673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D20D36-6057-76DC-6E78-251D56BD5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757" y="1471643"/>
            <a:ext cx="3664138" cy="33910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A7BE5D-9C3D-917D-7488-7A5AE3B456D7}"/>
              </a:ext>
            </a:extLst>
          </p:cNvPr>
          <p:cNvSpPr txBox="1"/>
          <p:nvPr/>
        </p:nvSpPr>
        <p:spPr>
          <a:xfrm>
            <a:off x="8640365" y="4445774"/>
            <a:ext cx="3256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**These plugins all come out of the box with Claude Code now, and more are being added quickly.</a:t>
            </a:r>
          </a:p>
        </p:txBody>
      </p:sp>
    </p:spTree>
    <p:extLst>
      <p:ext uri="{BB962C8B-B14F-4D97-AF65-F5344CB8AC3E}">
        <p14:creationId xmlns:p14="http://schemas.microsoft.com/office/powerpoint/2010/main" val="2993192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F40C-FAEA-3C66-3280-31FC8A68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Files </a:t>
            </a:r>
            <a:r>
              <a:rPr lang="en-US" sz="2800" dirty="0"/>
              <a:t>(LLM Context Folder)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325B3-F3FD-5267-0B7F-EF77C132F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82" y="1288131"/>
            <a:ext cx="7912507" cy="5454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28335-7D0B-0138-9CC5-DB534666AD17}"/>
              </a:ext>
            </a:extLst>
          </p:cNvPr>
          <p:cNvSpPr txBox="1"/>
          <p:nvPr/>
        </p:nvSpPr>
        <p:spPr>
          <a:xfrm>
            <a:off x="9515331" y="583565"/>
            <a:ext cx="213935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overall business specific context, global scope (vs. PROJECT Scope) reference materials here.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As you build with </a:t>
            </a:r>
            <a:r>
              <a:rPr lang="en-US" dirty="0" err="1"/>
              <a:t>claude</a:t>
            </a:r>
            <a:r>
              <a:rPr lang="en-US" dirty="0"/>
              <a:t>, when you do new research or analysis, you can ask to add new reference files here for future reference. </a:t>
            </a:r>
          </a:p>
          <a:p>
            <a:endParaRPr lang="en-US" dirty="0"/>
          </a:p>
          <a:p>
            <a:r>
              <a:rPr lang="en-US" dirty="0"/>
              <a:t>This allows </a:t>
            </a:r>
            <a:r>
              <a:rPr lang="en-US" dirty="0" err="1"/>
              <a:t>claude</a:t>
            </a:r>
            <a:r>
              <a:rPr lang="en-US" dirty="0"/>
              <a:t> to constantly learn about our business and become more and more helpful and efficient. </a:t>
            </a:r>
          </a:p>
        </p:txBody>
      </p:sp>
    </p:spTree>
    <p:extLst>
      <p:ext uri="{BB962C8B-B14F-4D97-AF65-F5344CB8AC3E}">
        <p14:creationId xmlns:p14="http://schemas.microsoft.com/office/powerpoint/2010/main" val="369729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D4CA-2904-7A3E-2C23-AF3E242F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A5DE-492A-D15C-B5EB-E9A24C11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Files </a:t>
            </a:r>
            <a:r>
              <a:rPr lang="en-US" sz="2800" dirty="0"/>
              <a:t>(Project Specific Context &amp; Build Environment)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C6043-5307-A307-FEBD-4D2FC5A12A93}"/>
              </a:ext>
            </a:extLst>
          </p:cNvPr>
          <p:cNvSpPr txBox="1"/>
          <p:nvPr/>
        </p:nvSpPr>
        <p:spPr>
          <a:xfrm>
            <a:off x="8540151" y="1506022"/>
            <a:ext cx="33470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Then, to start on a project, create a new directory for your project specifically.  </a:t>
            </a:r>
          </a:p>
          <a:p>
            <a:endParaRPr lang="en-US" dirty="0"/>
          </a:p>
          <a:p>
            <a:r>
              <a:rPr lang="en-US" dirty="0"/>
              <a:t>This is where you can add project specific reference materials, including PRD with User Story, AC, Specific Reference Files, Etc. </a:t>
            </a:r>
          </a:p>
          <a:p>
            <a:endParaRPr lang="en-US" dirty="0"/>
          </a:p>
          <a:p>
            <a:r>
              <a:rPr lang="en-US" dirty="0"/>
              <a:t>Then, open Claude INSIDE this folder and start building! 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(Your main claude.md file will still point to your base prompt info, reference files location, and have access to all skills).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36F2E-24D5-969F-FBEC-F213E2DEC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4219"/>
            <a:ext cx="7531487" cy="49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09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4F8D-E770-C279-A71D-4EF1A2B5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Structure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91C98-E2F0-4AD2-160B-2FDCF1B5B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By setting up a file structure with personal and business reference files, and a main claude.md file in the base .</a:t>
            </a:r>
            <a:r>
              <a:rPr lang="en-US" dirty="0" err="1"/>
              <a:t>claude</a:t>
            </a:r>
            <a:r>
              <a:rPr lang="en-US" dirty="0"/>
              <a:t> folder, we are able to set up repeatable workflows, and give the tool a business specific knowledge base to pull from every time for consistent results and adherence to brand specifics (Brand Voice / Style Guide). </a:t>
            </a:r>
          </a:p>
          <a:p>
            <a:r>
              <a:rPr lang="en-US" dirty="0"/>
              <a:t>We can also build out files for specific projects, personal task management, etc. </a:t>
            </a:r>
          </a:p>
          <a:p>
            <a:endParaRPr lang="en-US" dirty="0"/>
          </a:p>
          <a:p>
            <a:r>
              <a:rPr lang="en-US" b="1" dirty="0"/>
              <a:t>Again, the key is to keep the information within the context window (Information currently loaded in the LLM Session) as tight, and relevant to the immediate task at hand as possible. </a:t>
            </a:r>
          </a:p>
          <a:p>
            <a:pPr lvl="1"/>
            <a:r>
              <a:rPr lang="en-US" i="1" dirty="0"/>
              <a:t>Use /clear to clear context when you finish a task to start fresh as often as possible! </a:t>
            </a:r>
          </a:p>
          <a:p>
            <a:endParaRPr lang="en-US" dirty="0"/>
          </a:p>
          <a:p>
            <a:r>
              <a:rPr lang="en-US" dirty="0"/>
              <a:t>At the end of sessions where workflows have been planned or tasks managed, ask Claude to create a reference file that it can view the next time you need to do the task. This way it can consistently be building a personalized helper to do exactly what you need it to. </a:t>
            </a:r>
          </a:p>
          <a:p>
            <a:r>
              <a:rPr lang="en-US" dirty="0"/>
              <a:t>Add project specific reference files to the project folder, not the main LLM Context folder. </a:t>
            </a:r>
          </a:p>
        </p:txBody>
      </p:sp>
    </p:spTree>
    <p:extLst>
      <p:ext uri="{BB962C8B-B14F-4D97-AF65-F5344CB8AC3E}">
        <p14:creationId xmlns:p14="http://schemas.microsoft.com/office/powerpoint/2010/main" val="420579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C107-36E7-65B1-9F83-85C81FAF8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Slash Commands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3DE81-BFA0-409E-1265-C3E035514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Once we have created a repeatable workflow, we can create slash commands for a one line prompt: </a:t>
            </a:r>
          </a:p>
          <a:p>
            <a:endParaRPr lang="en-US" dirty="0"/>
          </a:p>
          <a:p>
            <a:r>
              <a:rPr lang="en-US" b="1" dirty="0"/>
              <a:t>Slash Commands:</a:t>
            </a:r>
            <a:r>
              <a:rPr lang="en-US" dirty="0"/>
              <a:t> </a:t>
            </a:r>
          </a:p>
          <a:p>
            <a:r>
              <a:rPr lang="en-US" dirty="0"/>
              <a:t>1. Create the Markdown File </a:t>
            </a:r>
          </a:p>
          <a:p>
            <a:r>
              <a:rPr lang="en-US" dirty="0"/>
              <a:t>Navigate to your chosen directory and create a new Markdown file. The filename will become the command name. For example, to create a /analyze command, you would create a file named analyze.md. </a:t>
            </a:r>
          </a:p>
          <a:p>
            <a:r>
              <a:rPr lang="en-US" dirty="0"/>
              <a:t>2. Write the Command Logic</a:t>
            </a:r>
          </a:p>
          <a:p>
            <a:r>
              <a:rPr lang="en-US" dirty="0"/>
              <a:t>Inside the Markdown file, you write the instructions or prompt you want Claude to follow. This can be a simple prompt or a more complex set of instructions. </a:t>
            </a:r>
          </a:p>
          <a:p>
            <a:r>
              <a:rPr lang="en-US" dirty="0"/>
              <a:t>3. Place files in ~/.</a:t>
            </a:r>
            <a:r>
              <a:rPr lang="en-US" dirty="0" err="1"/>
              <a:t>claude</a:t>
            </a:r>
            <a:r>
              <a:rPr lang="en-US" dirty="0"/>
              <a:t>/commands/ (your home directory). </a:t>
            </a:r>
            <a:r>
              <a:rPr lang="en-US" i="1" dirty="0"/>
              <a:t>These commands are now available to you across all projects!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 of a simple prompt command (.&lt;project-root&gt;/.</a:t>
            </a:r>
            <a:r>
              <a:rPr lang="en-US" b="1" dirty="0" err="1"/>
              <a:t>claude</a:t>
            </a:r>
            <a:r>
              <a:rPr lang="en-US" b="1" dirty="0"/>
              <a:t>/commands/analyze.md):</a:t>
            </a:r>
            <a:endParaRPr lang="en-US" dirty="0"/>
          </a:p>
          <a:p>
            <a:r>
              <a:rPr lang="en-US" dirty="0"/>
              <a:t>Markdown file contents:</a:t>
            </a:r>
          </a:p>
          <a:p>
            <a:r>
              <a:rPr lang="en-US" dirty="0"/>
              <a:t>“Analyze this code and explain the architecture.”</a:t>
            </a:r>
          </a:p>
          <a:p>
            <a:endParaRPr lang="en-US" dirty="0"/>
          </a:p>
          <a:p>
            <a:r>
              <a:rPr lang="en-US" i="1" dirty="0"/>
              <a:t>When you type</a:t>
            </a:r>
            <a:r>
              <a:rPr lang="en-US" b="1" i="1" dirty="0"/>
              <a:t> /analyze </a:t>
            </a:r>
            <a:r>
              <a:rPr lang="en-US" i="1" dirty="0"/>
              <a:t>in Claude Code, this prompt will be sent to the AI, along with the relevant context.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9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1003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Claude Code Starter Guide</vt:lpstr>
      <vt:lpstr>Getting Started</vt:lpstr>
      <vt:lpstr>Claude.md</vt:lpstr>
      <vt:lpstr>PowerPoint Presentation</vt:lpstr>
      <vt:lpstr>Skills &amp; References</vt:lpstr>
      <vt:lpstr>Getting Started – Claude.md &amp; Skills</vt:lpstr>
      <vt:lpstr>My Claude’s Skills: </vt:lpstr>
      <vt:lpstr>There are also Plugins: (new Skills bundled by Anthropic**) </vt:lpstr>
      <vt:lpstr>Reference Files (LLM Context Folder)</vt:lpstr>
      <vt:lpstr>Project Files (Project Specific Context &amp; Build Environment)</vt:lpstr>
      <vt:lpstr>File Structure - Summary</vt:lpstr>
      <vt:lpstr>Slash Commands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Schenck</dc:creator>
  <cp:lastModifiedBy>Michael Schenck</cp:lastModifiedBy>
  <cp:revision>2</cp:revision>
  <dcterms:created xsi:type="dcterms:W3CDTF">2026-01-30T02:44:43Z</dcterms:created>
  <dcterms:modified xsi:type="dcterms:W3CDTF">2026-02-11T22:38:49Z</dcterms:modified>
</cp:coreProperties>
</file>